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410" r:id="rId50"/>
    <p:sldId id="411" r:id="rId51"/>
    <p:sldId id="412" r:id="rId52"/>
    <p:sldId id="413" r:id="rId53"/>
    <p:sldId id="414" r:id="rId54"/>
    <p:sldId id="415" r:id="rId55"/>
    <p:sldId id="416" r:id="rId56"/>
    <p:sldId id="417" r:id="rId57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50" Type="http://schemas.openxmlformats.org/officeDocument/2006/relationships/slide" Target="slides/slide10.xml"/><Relationship Id="rId51" Type="http://schemas.openxmlformats.org/officeDocument/2006/relationships/slide" Target="slides/slide11.xml"/><Relationship Id="rId52" Type="http://schemas.openxmlformats.org/officeDocument/2006/relationships/slide" Target="slides/slide12.xml"/><Relationship Id="rId53" Type="http://schemas.openxmlformats.org/officeDocument/2006/relationships/slide" Target="slides/slide13.xml"/><Relationship Id="rId54" Type="http://schemas.openxmlformats.org/officeDocument/2006/relationships/slide" Target="slides/slide14.xml"/><Relationship Id="rId55" Type="http://schemas.openxmlformats.org/officeDocument/2006/relationships/slide" Target="slides/slide15.xml"/><Relationship Id="rId56" Type="http://schemas.openxmlformats.org/officeDocument/2006/relationships/slide" Target="slides/slide16.xml"/><Relationship Id="rId57" Type="http://schemas.openxmlformats.org/officeDocument/2006/relationships/slide" Target="slides/slide17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EduMapping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Saksham Panjla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2210990766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&lt;Text Times New Roman&gt;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ABBCC10-0000-0000-0000-00000000000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Outcomes / Results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ABBCC11-0000-0000-0000-00000000000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EduMapping is a comprehensive full-stack web platform designed to digitize campus recruitment and career development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recruitment in India relies on fragmented manual processes — spreadsheets and disconnected tools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TPOs manage placement data with no unified system connecting institutions, students and recruiters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platform for psychometric assessments, career counseling and placement analytics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EduMapping unifies all stakeholders — institutions, students and corporate recruiters — in one digital ecosystem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5 user roles: Student, Recruiter, Admin, TPO, Faculty with role-specific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ABBCC12-0000-0000-0000-00000000000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full-stack web platform for end-to-end campus recruitment management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multi-role authentication with JWT and OTP-based email verification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recruiter permission system with institution-level and geographic access control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psychometric assessments and career counseling modules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job and internship portal with multi-criteria filtering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event and workshop management system with registration and analytics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file management using MinIO (S3-compatible) object storage for resumes and documents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Expose 50+ RESTful API endpoints with full Swagger/OpenAPI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ABBCC13-0000-0000-0000-00000000000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Approach: Agile methodology, 2-week sprints, Oct 2024 – Apr 2025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Three-Tier Client-Server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Tier: React 18 Single Page Application (SPA)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Tier: Node.js / Express.js RESTful API Server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Tier: PostgreSQL + Sequelize ORM | MinIO Storage | Redis Cache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Design: 17 core entities, normalized relational schema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Polymorphic user model | RecruiterAllowedOrganizations junction table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4-tier geographic hierarchy: Region → State → City → Zone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bcryptjs | JWT | OTP (10-min TTL) | Rate Limiting | Helmet.js | Sequelize 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ABBCC14-0000-0000-0000-00000000000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18.2 | Tailwind CSS | Framer Motion | Zustand | React Hook Form | Recharts | React Router v6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v18+ | Express.js 4.19.2 | PostgreSQL | Sequelize ORM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Auth: JWT (jsonwebtoken 9.0.2) | bcryptjs | express-rate-limit | Helmet.js | express-validator | Joi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and Communication: MinIO 7.1.3 | Nodemailer 6.9.14 | Redis/IORedis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Utilities: PDFKit 0.15.0 (Resume PDF generation) | XLSX 0.18.5 (Data export)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and Testing: Swagger (swagger-jsdoc + swagger-ui-express) | Jest + Supertest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 Tools: Git &amp; GitHub (github.com/Saksham-20/Edumapping) | Postman | pgAdmin | VS Code | PM2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ABBCC15-0000-0000-0000-00000000000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Repository: github.com/Saksham-20/Edumapping | /client (React SPA) and /server (Node.js API)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OTP sent via Nodemailer → bcrypt-verified (10-min expiry) → JWT issued with role and userId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Recruiter Permission System (Distinctive Feature)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Admins grant access to specific institutions via RecruiterAllowedOrganizations junction table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Permissions specify: institution type, geographic scope (Region/State/City/Zone), year, stream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student data access validated at API layer and logged in AuditLogs table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Portal: Multi-criteria filtering | Application status tracking (Applied → Shortlisted → Selected/Rejected)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Events: Create workshops/seminars/career fairs | Registration | Attendance tracking | Analytics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Assessments: Psychometric tests | Automated scoring | Career recommendations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API: 50+ REST endpoints in 16 route groups | Swagger UI at /api-docs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Outcomes / Results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ABBCC16-0000-0000-0000-00000000000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Outcomes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Multi-role web platform with responsive UI | OTP-based auth with JWT sessions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Recruiter permission system with database-enforced access control and audit logging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Psychometric assessment engine | Event management | Secure file storage via MinIO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 | Analytics dashboards | 50+ API endpoints with Swagger UI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Metrics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 of Code: 50,000+ | Source Files: 100+ | Database Tables: 17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Endpoints: 50+ | User Roles: 5 | Org Types: 4 | Geographic Levels: 4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Outcomes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bcrypt-hashed passwords | JWT on every protected route | Rate limiting on auth endpoints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eliminated via Sequelize ORM | Helmet.js headers: HSTS, CSP, X-Frame-Options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ABBCC17-0000-0000-0000-00000000000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production-grade full-stack campus recruitment platform end-to-end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Mastered React 18, Node.js/Express.js, PostgreSQL, Sequelize and enterprise security patterns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with MinIO/S3, Redis, SMTP, and full Swagger API documentation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AI/ML: Intelligent job-student matching using NLP-based resume parsing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App: iOS and Android using React Native sharing the existing API backend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Blockchain: Tamper-proof academic credential verification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Multi-language: Regional Indian language localization</a:t>
            </a:r>
          </a:p>
          <a:p>
            <a:pPr marL="685800" lvl="1" indent="-317500">
              <a:buClr>
                <a:srgbClr val="000000"/>
              </a:buClr>
              <a:buSzPts val="12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ERP Integration: SAP/Oracle university system connectors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79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simar virk</cp:lastModifiedBy>
  <cp:revision>2298</cp:revision>
  <dcterms:created xsi:type="dcterms:W3CDTF">2010-04-09T07:36:15Z</dcterms:created>
  <dcterms:modified xsi:type="dcterms:W3CDTF">2026-04-24T05:21:09Z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